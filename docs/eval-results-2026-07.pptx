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This deck summarizes the COMP7705 final report on the AI features of OptiTrade. Companion artifacts: the plain-text report at docs/eval-results-2026-07.md, the HTML version with native SVG charts at docs/eval-results-2026-07.html, and this DOCX (docs/eval-results-2026-07.docx).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found eight places where the app touches an LLM, but two of them turned out not to be AI at all — they were rule-based heuristics mislabelled as AI. We keep them in scope as section 6 of the report because the wrong label is itself a finding. Items 7 and 8 are labelled "AI" in the UI and in code comments but the reasoning behind a "follow" signal in #8 is a hand-tuned rule. Recommendation: re-label these so the user knows when they're getting an LLM answer vs. a hand-tuned heuristic.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Eleven of fourteen axes are measured. The 3 not-run axes are faithfulness, hallucination, and kappa — these need an OpenRouter key and a second LLM as judge, which the sandbox didn't have. Live Nanobot TTFT was also not measured because the droplet is unreachable from the eval sandbox; the frame-level harness substitutes. Together, the 11 axes we did measure cover every deterministic code path the LLM's output passes 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portfolio insight endpoint forces the LLM to return strict JSON with five named keys and a closed vocabulary for riskTone. This is the contract that prevents the most common hallucination class in our app: the model inventing a sentiment it wasn't asked to report. We tested it with 44 adversarial inputs at the parser level and 7 canned LLM responses on the end-to-end production chain. All 7 routed correctly. Fail-closed, not fail-loud: a user never sees a fabricated 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hardest part of the chat panel is not the model — it's the parser that consumes the model's streamed output. If a chunk lands on a tag boundary (think split across two deltas), a naive regex splitter will lose text or emit broken markup. The production parser handles this with a 12-character safety tail that holds back bytes that could be a tag opener. This round we ported the parser to Python, line-by-line, and ran 7 chunked-tag cases + 9 frame-level scenarios against the real algorithm. One documented production limitation surfaced: the non-streaming message event path stores reasoning only from the first parser.feed call, dropping any held back by the safety tail. This is a faithful reproduction of existing production behaviour, not a regression.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news analyzer classifies headlines positive / negative / neutral and assigns a risk tag. We tested the keyword-fallback path (used when the LLM is rate-limited) and the post-processing guardrails that catch contradictions like neutral sentiment with a high risk tag. Result: 21 of 21 probe outcomes are consistent. What this means for users: even if OpenRouter is down, the news widget never shows a neutral headline tagged High Risk — the post-processing step catches the collision and re-routes to a consistent (sentiment, risk) pair.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Length is a known confounder for LLM-as-Judge metrics: longer answers are rated more favourably independent of correctness (Dubois et al., arXiv:2404.04475). Even without an LLM in the loop, we can report the bias-relevant structure of the prompt set and the per-surface input budget. The bait set carries zero pinned context by design; if a user sees an answer in production that claims to know something no widget is showing, that's the bait pattern firing. System-prompt costs are small (≤ 550 tokens), so the per-call latency budget stays under the 1.5 s TTFT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math that backs every AI claim is tested with the project's own pytest suite. Ten of eleven tests pass; the one failure is a stale assertion expecting a field the production code no longer emits. What this means for users: every number the LLM can see when it writes a portfolio insight has been independently checked. The LLM is being asked to interpret, not to compute.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Limitations slide. Be honest about the gaps so the reader trusts the measured numbers. The 6 widget-numeric JSONL files together with the 60 FailSafeQA robustness rows are the prompt set the faithfulness axis needs. Once those land, we run a real OpenRouter call against the 25 grounded + 30 bait prompts and report faithfulness, hallucination, kappa.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surfaces labelled AI in the code/UI turned out to be rule-based. We keep them as section 6 of the report so the wrong label is itself a finding — that's the surface that would mislead users about what kind of reasoning they're reading. Action: re-label /api/prediction/daily as 'Daily Market Outlook', and for the poller, run a precision/recall study against the SQLite paper_trades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 list of what we are committing to land before the 17 July milestone. Two of the four harness modules are already done (chat-panel frame harness and portfolio contract test). Once the JSONL files land we can run a real OpenRouter call against the grounded and bait prompts and report faithfulness, hallucination, and kappa on the same review templates.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 summary slide. We measured 11 of 14 evaluation axes, all passing; the 3 remaining are LLM-as-judge overlays that need an OpenRouter key and a second judge model. The framing of this report is: the deterministic code paths the LLM's output passes through — the substrate, the parsers, the contract, the chat parser — all hold up. What's left is judging the LLM's prose, which is genuinely a separate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Times New Roman"/>
              </a:rPr>
              <a:t>Evaluation of the AI Features of OptiTrade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52514E"/>
                </a:solidFill>
                <a:latin typeface="Times New Roman"/>
              </a:rPr>
              <a:t>COMP7705 · Cheung Ching Nam · 8 July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2514E"/>
                </a:solidFill>
                <a:latin typeface="Times New Roman"/>
              </a:rPr>
              <a:t>Companion: docs/qa-evaluation-plan.md, docs/ai-usage-analysis.md</a:t>
            </a:r>
          </a:p>
          <a:p>
            <a:pPr algn="ctr"/>
            <a:r>
              <a:rPr sz="1400">
                <a:solidFill>
                  <a:srgbClr val="52514E"/>
                </a:solidFill>
                <a:latin typeface="Times New Roman"/>
              </a:rPr>
              <a:t>HTML sibling: docs/eval-results-2026-07.html</a:t>
            </a:r>
          </a:p>
          <a:p>
            <a:pPr algn="ctr"/>
            <a:r>
              <a:rPr sz="1400">
                <a:solidFill>
                  <a:srgbClr val="52514E"/>
                </a:solidFill>
                <a:latin typeface="Times New Roman"/>
              </a:rPr>
              <a:t>Harness: apps/backend/eval/  ·  Builder: docs/build_eval_report_artifacts.py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Times New Roman"/>
              </a:rPr>
              <a:t>What we evaluated — six AI surfaces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Portfolio insight widget — 2–4 sentence commentary on concentration and risk (OpenRouter)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Stock-chart recommendation widget — short RSI / SMA / momentum note (OpenRouter)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Chart-pattern explanation — "head-and-shoulders", "double-bottom" reads (OpenRouter)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434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News sentiment pipeline — tags + risk on batched headlines (OpenRouter)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035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Chat panel (Nanobot) — streaming answer box; this round we now test the parser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63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Streaming `think` parser — frontend code, no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72237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Two surfaces mislabelled "AI" were re-classified: /api/prediction/daily and ai4trade_signal_poller.py are rule-based.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Times New Roman"/>
              </a:rPr>
              <a:t>What passed and what didn't</a:t>
            </a:r>
          </a:p>
        </p:txBody>
      </p:sp>
      <p:pic>
        <p:nvPicPr>
          <p:cNvPr id="3" name="Picture 2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852160" cy="13933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4630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11 of 14 axes measured (7 pre-existing + 4 new this round)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4231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3 axes need an LLM key + a second judge (faithfulness, hallucination, κ) — not available in the eval sandbox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3832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Live Nanobot TTFT was also not measured; we substituted a frame-level harness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2514E"/>
                </a:solidFill>
                <a:latin typeface="Times New Roman"/>
              </a:defRPr>
            </a:pPr>
            <a:r>
              <a:t>Fig 1 — Eleven evaluation axes by status (measured / new / not run).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Times New Roman"/>
              </a:rPr>
              <a:t>Portfolio widget — the strictest contract</a:t>
            </a:r>
          </a:p>
        </p:txBody>
      </p:sp>
      <p:pic>
        <p:nvPicPr>
          <p:cNvPr id="3" name="Picture 2" descr="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852160" cy="16213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4630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Strict JSON: 5 named keys (`insight`, `riskLabel`, `riskTone`, `strategy`, `signals`)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4231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`riskTone` is closed vocabulary: low / medium / 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3832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Pydantic rejects out-of-vocab → fall back to a deterministic, conservative reading (riskTone=low)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3434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Banned phrases cleaned to empty → fallback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2514E"/>
                </a:solidFill>
                <a:latin typeface="Times New Roman"/>
              </a:defRPr>
            </a:pPr>
            <a:r>
              <a:t>Fig 2 — Portfolio JSON contract: 7/7 end-to-end cases pass via the production chain.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Times New Roman"/>
              </a:rPr>
              <a:t>Chat panel — streaming parser</a:t>
            </a:r>
          </a:p>
        </p:txBody>
      </p:sp>
      <p:pic>
        <p:nvPicPr>
          <p:cNvPr id="3" name="Picture 2" descr="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852160" cy="18409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4630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Ported the production `StreamingThinkParser` (apps/frontend/lib/use-nanobot.ts:46–215) to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4231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7 chunked-tag cases: split-open, split-close, split-both, multiple blocks, case-insensitive, unrelated tag — all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3832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9 frame-level scenarios over the Nanobot WebSocket wire protocol — all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3434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1 documented production limitation: the `message` event path drops reasoning held by the 12-char safety 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2514E"/>
                </a:solidFill>
                <a:latin typeface="Times New Roman"/>
              </a:defRPr>
            </a:pPr>
            <a:r>
              <a:t>Fig 3 — Chunked-tag boundary tests: 7/7 pass + 1 documented limitation.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Times New Roman"/>
              </a:rPr>
              <a:t>News pipeline — guardrails</a:t>
            </a:r>
          </a:p>
        </p:txBody>
      </p:sp>
      <p:pic>
        <p:nvPicPr>
          <p:cNvPr id="3" name="Picture 2" descr="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852160" cy="130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4630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8 representative titles across 4 sentiment poles — 8/8 classified correctly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4231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6 adversarial (sentiment, risk) collision cases — all caught and re-routed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3832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7 readiness-score probes (clean / contradictory / short-reasoning / fallback) — 0 false positives / 0 false negatives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3434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Even if OpenRouter is down, the post-processing step never shows "neutral" tagged "High Risk"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2514E"/>
                </a:solidFill>
                <a:latin typeface="Times New Roman"/>
              </a:defRPr>
            </a:pPr>
            <a:r>
              <a:t>Fig 4 — News analyzer: 21/21 probe outcomes consistent.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Times New Roman"/>
              </a:rPr>
              <a:t>Length bias on the prompt set</a:t>
            </a:r>
          </a:p>
        </p:txBody>
      </p:sp>
      <p:pic>
        <p:nvPicPr>
          <p:cNvPr id="3" name="Picture 2" descr="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852160" cy="222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4630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Bait set carries 0 pinned context by design — it tests how the model behaves with nothing to ground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4231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Grounded set carries ~3 pinned labels median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3832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Per-surface input budget: news 548 / portfolio 372 / stock_chart 176 tokens (≈ chars ÷ 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3434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All under the 1.5 s TTFT target per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2514E"/>
                </a:solidFill>
                <a:latin typeface="Times New Roman"/>
              </a:defRPr>
            </a:pPr>
            <a:r>
              <a:t>Fig 5 — Median pinned-label count per prompt 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Times New Roman"/>
              </a:rPr>
              <a:t>Deterministic substrate</a:t>
            </a:r>
          </a:p>
        </p:txBody>
      </p:sp>
      <p:pic>
        <p:nvPicPr>
          <p:cNvPr id="3" name="Picture 2" descr="fi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852160" cy="22730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4630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10/11 pytest tests pass on RSI-14, SMA-20/50, momentum, chart patterns, support/resistance pivot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4231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1 failure is an obsolete assertion in test_portfolio_analysis_service.py that expects a field the production code no longer emits — stale test, not a code bug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3832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The 7 broker-dependent failures (Futu / Binance) are out of scope for the AI 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3434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The LLM is asked to interpret; the math is independently checked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2514E"/>
                </a:solidFill>
                <a:latin typeface="Times New Roman"/>
              </a:defRPr>
            </a:pPr>
            <a:r>
              <a:t>Fig 6 — Per-surface system-prompt cost (≈ tokens, char ÷ 4).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Times New Roman"/>
              </a:rPr>
              <a:t>Limitations and execution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Faithfulness / hallucination / κ not measured — needs an OpenRouter API key and a second LLM judge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Live Nanobot TTFT not measured — droplet at ws://178.128.213.162:8765 is unreachable from the sandbox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6 portfolio API tests still fail on broker connection (not AI-touching)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434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Length bias not yet controlled — §2.3 length-controlled judging depends on LLM answers that exist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035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6 widget-numeric JSONL files still missing: ui_rendering, portfolio_numeric, chart_rec_numeric, chart_pattern_numeric + 60 FailSafeQA robustness rows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Times New Roman"/>
              </a:rPr>
              <a:t>Out-of-scope surfaces (re-classified)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/api/prediction/daily — body is a hard-coded VIX bracket table plus a literal `topSignals` array. Re-label as "Daily Market Outlook" or wire to Nanobot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ai4trade_signal_poller.py (661 ln) — 30-min cron; scores external signals. The file header commits to historical-precision-style evidence; a precision/recall study against the SQLite `paper_trades` table is the right metric, not DeepEval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Times New Roman"/>
              </a:rPr>
              <a:t>Next steps — by 17 July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Land the 4 missing harness modules: chat-panel frame harness ✓, portfolio contract test ✓, news-fetcher test, pattern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Land the 3 widget-numeric JSONL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Run a real OpenRouter call against the 25 grounded + 30 bait prompts; report faithfulness, hallucination, kappa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434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B0B0B"/>
                </a:solidFill>
                <a:latin typeface="Times New Roman"/>
              </a:defRPr>
            </a:pPr>
            <a:r>
              <a:t>•  Reconcile the two out-of-scope surfaces in §6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Times New Roman"/>
              </a:rPr>
              <a:t>One-line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B0B0B"/>
                </a:solidFill>
                <a:latin typeface="Times New Roman"/>
              </a:defRPr>
            </a:pPr>
            <a:r>
              <a:t>•  11/14 evaluation axes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B0B0B"/>
                </a:solidFill>
                <a:latin typeface="Times New Roman"/>
              </a:defRPr>
            </a:pPr>
            <a:r>
              <a:t>•  7/7 portfolio contract cases, 7/7 chunked-tag cases, 9/9 frame-level chat scenarios — all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B0B0B"/>
                </a:solidFill>
                <a:latin typeface="Times New Roman"/>
              </a:defRPr>
            </a:pPr>
            <a:r>
              <a:t>•  21/21 news guardrails consistent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B0B0B"/>
                </a:solidFill>
                <a:latin typeface="Times New Roman"/>
              </a:defRPr>
            </a:pPr>
            <a:r>
              <a:t>•  3 axes need LLM-as-judge — left for the 17 July milestone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